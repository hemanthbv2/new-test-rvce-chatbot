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Chatbot Knowledge Domains (What It Knows)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</a:rPr>
              <a:t>Departments &amp; Programs: Information on all UG, PG, and PhD courses.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Admissions &amp; Fees: Guidelines for Lateral Entry, NRI, Management Quotas, and Scholarships.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Placements: General campus statistics and highly specific branch-wise placement data.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Faculty &amp; Administration Directory: Searchable profiles for Deans, HODs, and individual Professors.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Campus Facilities: Details on Hostels, Transport, Food/Canteen, and WiFi.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Academics &amp; Research: Access to Syllabuses, Exam info, and Centers of Excellence (COEs).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College Identity: RVCE History, NIRF Rankings, Timings, and Dress Code guidelines.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Core Technical Features (How It Works)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</a:rPr>
              <a:t>Advanced Input Sanitization: Automatically cleans punctuation and normalizes abbreviations.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Stop-Word Filtering &amp; Negation Detection: Ignores filler words and accurately detects negative requests (e.g., 'not placements').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Typo Tolerance (Fuzzy Matching): Understands queries even with minor spelling mistakes.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Composite Intent Resolution: Mathematically merges broad topics to give specific answers (e.g., merging 'M.Tech CSE' + 'HOD').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Contextual Session Memory: Remembers the last department discussed to handle conversational follow-up questions.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Faculty Override System: Prioritizes exact faculty name extractions from long, complex sentences.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Dynamic User Interface: Generates interactive profile cards, quick-reply suggestion buttons, and renders Markdown/Emojis.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04040"/>
                </a:solidFill>
              </a:rPr>
              <a:t>100% Accuracy Guarantee: Backed by a custom automated testing suite to prevent errors and regressions.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Presentation</dc:title>
  <dc:subject>PptxGenJS Presentation</dc:subject>
  <dc:creator>PptxGenJS</dc:creator>
  <cp:lastModifiedBy>PptxGenJS</cp:lastModifiedBy>
  <cp:revision>1</cp:revision>
  <dcterms:created xsi:type="dcterms:W3CDTF">2026-06-16T07:27:35Z</dcterms:created>
  <dcterms:modified xsi:type="dcterms:W3CDTF">2026-06-16T07:27:35Z</dcterms:modified>
</cp:coreProperties>
</file>