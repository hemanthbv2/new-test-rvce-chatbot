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Chatbot Knowledge Domains (What It Knows)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Departments &amp; Programs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Admissions &amp; Fees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Placements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Faculty &amp; Administration Directory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Campus Facilities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Academics &amp; Research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College Identity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Core Technical Features (How It Works)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404040"/>
                </a:solidFill>
              </a:rPr>
              <a:t>Advanced Input Sanitization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Stop-Word Filtering &amp; Negation Detection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Typo Tolerance (Fuzzy Matching)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Composite Intent Resolution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Contextual Session Memory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Faculty Override System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Dynamic User Interface</a:t>
            </a:r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404040"/>
                </a:solidFill>
              </a:rPr>
              <a:t>100% Accuracy Guarantee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Presentation</dc:title>
  <dc:subject>PptxGenJS Presentation</dc:subject>
  <dc:creator>PptxGenJS</dc:creator>
  <cp:lastModifiedBy>PptxGenJS</cp:lastModifiedBy>
  <cp:revision>1</cp:revision>
  <dcterms:created xsi:type="dcterms:W3CDTF">2026-06-16T07:31:12Z</dcterms:created>
  <dcterms:modified xsi:type="dcterms:W3CDTF">2026-06-16T07:31:12Z</dcterms:modified>
</cp:coreProperties>
</file>